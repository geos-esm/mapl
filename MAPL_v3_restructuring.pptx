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2E75B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MAPL v3 Directory &amp; Library Restructuring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DCE4"/>
                </a:solidFill>
              </a:rPr>
              <a:t>Design proposal for developer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DCE4"/>
                </a:solidFill>
              </a:rPr>
              <a:t>GitHub Issue #4422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Why restructure now?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68580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Problems with the current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90472"/>
            <a:ext cx="6858000" cy="331012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4048" y="1527048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• ~25 installed libraries — far too many for a coherent framework
• Directory layout emerged from local decisions, not deliberate design
• Difficult for new developers to know where things belong
• No clear signal of dependency direction between directories
• Many misplaced files (enum types in esmf_utils/, I/O helpers in shared/, …)
• v3.0 release is the right moment: legacy code (base/, generic/, oomph/) being removed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43000"/>
            <a:ext cx="4480560" cy="347472"/>
          </a:xfrm>
          <a:prstGeom prst="rect">
            <a:avLst/>
          </a:prstGeom>
          <a:solidFill>
            <a:srgbClr val="378644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79" y="1170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490472"/>
            <a:ext cx="4480560" cy="331012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16367" y="1527048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• Reduce to ~8 core libraries
• Mirror ESMF's infrastructure / superstructure split
• Every directory clearly signals its purpose and layer
• Support a 'MAPL-light' use case: utils/ has no MPI/ESMF deps
• Drop all '3g' suffixes from names
• pfio/ stays unchanged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vs. Proposed — Library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Current: ~25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48640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MAPL.constants
  MAPL.shared
  MAPL.utilities
  MAPL.profiler
  MAPL.pfio
  MAPL.esmf_utils
  MAPL.hconfig
  MAPL.hconfig_utils
  MAPL.vm
  MAPL.alarm
  udunits2f
  MAPL.component
  MAPL.vertical_grid
  MAPL.field
  MAPL.field_bundle
  MAPL.state
  MAPL.vertical
  MAPL.geom
  MAPL.regridder_mgr
  MAPL.GeomIO
  MAPL.generic3g
  MAPL (umbrella)
  MAPL2 (legacy)
  + gridcomp targets 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solidFill>
            <a:srgbClr val="378644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1247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Proposed: 8 core libraries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57784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</a:rPr>
              <a:t>  MAPL.enums        (new — Tier 0)
  MAPL.constants    (unchanged — Tier 0)
  MAPL.utils        (merged — Tier 1, MPI-free)
  MAPL.mp_utils     (new — Tier 2, MPI-dependent)
  MAPL.pfio         (unchanged — Tier 2)
  MAPL.infrastructure  (new — Tier 3)
  MAPL.superstructure  (new — Tier 4)
  MAPL (umbrella)   (Tier 5)
  + gridcomp targets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55A11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Library Dependency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943600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508760" y="118872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0:   MAPL.enums   |   MAPL.constants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36775"/>
            <a:ext cx="3657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</a:rPr>
              <a:t>▲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37360"/>
            <a:ext cx="5943600" cy="5303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1:   MAPL.utils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76856"/>
            <a:ext cx="3657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</a:rPr>
              <a:t>▲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377439"/>
            <a:ext cx="5943600" cy="53035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08760" y="2468879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2:   MAPL.mp_utils   |   MAPL.pfio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16935"/>
            <a:ext cx="3657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</a:rPr>
              <a:t>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017520"/>
            <a:ext cx="5943600" cy="530352"/>
          </a:xfrm>
          <a:prstGeom prst="rect">
            <a:avLst/>
          </a:prstGeom>
          <a:solidFill>
            <a:srgbClr val="378644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08760" y="31089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3:   MAPL.infrastructure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57015"/>
            <a:ext cx="3657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</a:rPr>
              <a:t>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657600"/>
            <a:ext cx="5943600" cy="530352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08760" y="3749039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4:   MAPL.superstructure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197096"/>
            <a:ext cx="3657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</a:rPr>
              <a:t>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97680"/>
            <a:ext cx="5943600" cy="53035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08760" y="438912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5:   MAPL (umbrella) + gridcomps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207007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Enum-like types &amp; named constants (ESMF dep OK)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84708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MPI-free foundational utilities (MAPL-light entry point)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48716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mp_utils: MPI-dependent utils  |  pfio: parallel I/O (unchanged)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2724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Single lib: esmf/ fields/ vertical/ geom/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6732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Single lib: component/ + generic/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0740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</a:rPr>
              <a:t>← Gridcomps depend on superstructure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Directory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enums/
  ConservationType, NormalizationType
  QuantityType, VectorBasisKind
  *Metadata key constants
  ValidationMode, VerificationStatus
  GenericPhases, CouplerPhases
constants/   (unchanged)
utils/   ← MPI-free (MAPL-light entry point)
  ErrorHandling  KeywordEnforcer
  String*  DateTime*  OS*  Hash  Sort
  udunits2f   Interp/   Validation.F90
  MemInfo  TimeUtilities  arrays/  regex/
mp_utils/   ← MPI-dependent
  CommSplitter*  LoadBalance  Partition
  Shmem/  MAPL_Comms  profiler/
pfio/   (unchanged + DownBit, ShaveMantissa)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5943600" cy="53949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infrastructure/
  esmf/
    esmf_utils  vm  alarm
    hconfig + hconfig_utils (merged)
    MAPL_ESMF.F90  (was ESMF_Subset)
  fields/
    field  field_bundle  state
    FieldDictionary*
  vertical/
    vertical_grid  vertical
    generic3g/vertical/
  geom/
    geom  GeomIO  regridder_mgr
    hinterp.F90
superstructure/
  component/
  generic/   (rest of generic3g/)
    registry/   connection/
    specs/      transforms/  ← incl. couplers
gridcomps/
  cap/  history/  extdata/
  orbit/  statistics/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09728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</a:rPr>
              <a:t>← utils/pfio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File Relocations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Files that move to a more appropriate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78992"/>
            <a:ext cx="3291840" cy="301752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74320" y="11064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File(s)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78992"/>
            <a:ext cx="1645920" cy="301752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11879" y="11064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078992"/>
            <a:ext cx="1920240" cy="301752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03520" y="1106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078992"/>
            <a:ext cx="3200400" cy="301752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69480" y="11064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Rationale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80744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566160" y="1380744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57800" y="1380744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223760" y="1380744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4320" y="1399032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ConservationType, NormalizationType,
QuantityType, VectorBasisKind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1399032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esmf_utils/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399032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399032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 types, not ESMF utilities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732788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566160" y="1732788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57800" y="1732788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223760" y="1732788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4320" y="1751076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*Metadata key constants (3 files)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79" y="1751076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esmf_utils/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751076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751076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Named string constants — enum-adjacent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084832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566160" y="2084832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257800" y="2084832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223760" y="2084832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74320" y="2103120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MAPL_ESMF_InfoKeys.F90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79" y="2103120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shared/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103120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103120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ESMF Info key constants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436876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566160" y="2436876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257800" y="2436876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223760" y="2436876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74320" y="2455164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ValidationMode, VerificationStatus,
GenericPhases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2455164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455164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enums/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2455164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Enum-like types scattered in wrong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2788920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566160" y="2788920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257800" y="2788920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223760" y="2788920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74320" y="2807208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CouplerPhases.F90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79" y="2807208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component/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2807208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enums/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2807208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Named integer constants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140964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3566160" y="3140964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257800" y="3140964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223760" y="3140964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274320" y="3159252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ESMF_Subset.F90  →  MAPL_ESMF.F90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79" y="3159252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3159252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infrastructure/esmf/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3159252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ESMF re-export façade; rename drops '3g'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3493008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566160" y="3493008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5257800" y="3493008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7223760" y="3493008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74320" y="3511296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FieldDictionary*.F90 (4 files)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1879" y="3511296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3511296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infrastructure/fields/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3511296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Field registry is infrastructure knowledge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3845052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566160" y="3845052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5257800" y="3845052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223760" y="3845052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74320" y="3863339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generic3g/specs/  (entire subdir)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79" y="3863339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3863339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superstructure/generic/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69480" y="3863339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Stays whole — 3 files depend on registry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4197096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66160" y="4197096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5257800" y="4197096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223760" y="4197096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74320" y="4215383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generic3g/vertical/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11879" y="4215383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4215383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infrastructure/vertical/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9480" y="4215383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Vertical transforms with other vertical code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4549140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3566160" y="4549140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5257800" y="4549140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7223760" y="4549140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274320" y="4567427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DownBit.F90, ShaveMantissa.c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11879" y="4567427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shared/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03520" y="4567427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pfio/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69480" y="4567427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Compression helpers exist only for I/O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901184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566160" y="4901184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5257800" y="4901184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7223760" y="4901184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274320" y="4919472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hinterp.F90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11879" y="4919472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shared/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3520" y="4919472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infrastructure/geom/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4919472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F77 bilinear interp — geometry concern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5253228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3566160" y="5253228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5257800" y="5253228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7223760" y="5253228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274320" y="5271516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vm/, alarm/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11879" y="5271516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top-level/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03520" y="5271516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infrastructure/esmf/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69480" y="5271516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Thin ESMF wrappers, absorbed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5605272"/>
            <a:ext cx="32918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566160" y="5605272"/>
            <a:ext cx="164592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5257800" y="5605272"/>
            <a:ext cx="192024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7223760" y="5605272"/>
            <a:ext cx="3200400" cy="3520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274320" y="5623559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hconfig/ + hconfig_utils/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11879" y="5623559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top-level/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03520" y="5623559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infrastructure/esmf/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69480" y="5623559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Merge two thin YAML config packages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8600" y="5957316"/>
            <a:ext cx="32918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3566160" y="5957316"/>
            <a:ext cx="164592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5257800" y="5957316"/>
            <a:ext cx="192024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7223760" y="5957316"/>
            <a:ext cx="3200400" cy="3520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274320" y="5975603"/>
            <a:ext cx="32186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couplers/ (2 files)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11879" y="5975603"/>
            <a:ext cx="15727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generic3g/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03520" y="5975603"/>
            <a:ext cx="184708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superstructure/generic/
transforms/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69480" y="5975603"/>
            <a:ext cx="312724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Only 2 files; execute transforms — merge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infrastructure/ — Single Library, Five Subdirectories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Mirrors ESMF Infrastructure; all compile into MAPL.infrastructure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517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esmf/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265176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esmf_utils (minus enums)
• vm, alarm (absorbed)
• hconfig + hconfig_utils (merged)
• MAPL_ESMF.F90 (ESMF façade)
• ESMF_HConfigUtilities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97280"/>
            <a:ext cx="26517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200400" y="11247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fields/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481328"/>
            <a:ext cx="265176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00400" y="1536192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field, field_bundle, state (merged)
• FieldDictionary* (from generic3g/)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26517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5040" y="11247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vertical/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81328"/>
            <a:ext cx="265176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0" y="1536192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vertical_grid + vertical (merged)
• generic3g/vertical/ (absorbed)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097280"/>
            <a:ext cx="26517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0" y="11247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geom/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481328"/>
            <a:ext cx="265176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0" y="1536192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geom/ (all subdirs)
• GeomIO/ (absorbed)
• regridder_mgr/ (absorbed)
• hinterp.F90 (from shared/)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08192"/>
            <a:ext cx="11612880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61447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specs/ stays in superstructure/generic/ — 3 files depend on StateRegistry (superstructure). Subdirectories are source organization only — no sub-libraries.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utils/ — MPI-Free Foundational Utilities  (Tier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No MPI, no ESMF — 'MAPL-light' users link only this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383280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shared/
(bulk)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ErrorHandling, Throw, ExceptionHandling
• KeywordEnforcer
• String, StringUtilities, StringDictionary, DirPath
• ISO8601_DateTime, DateTime_Parsing, CF_Time, TimeUtils
• MinMax, Range, Sort, Hash
• OS, FileSystemUtilities, DSO_Utilities, Sleep
• Interp/
• Validation.F90  (component name checks)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097280"/>
            <a:ext cx="3383280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77639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utilities/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77639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MemInfo
• TimeUtilities
• arrays/
• regex/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097280"/>
            <a:ext cx="3383280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0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udunits2f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0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Fortran bindings to udunits2
• (udunits2 + EXPAT deps — no MPI)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55A11"/>
                </a:solidFill>
              </a:rPr>
              <a:t>NOT in utils/:  MPI comm utilities, profiler → mp_utils/   |   DownBit, ShaveMantissa → pfio/   |   hinterp.F90 → infrastructure/geom/   |   MAPL_ESMF_InfoKeys → enums/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mp_utils/ — MPI-Dependent Utilities  (Tier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'mp' = multiprocessor — term has precedent in GEOS; depends on MAPL.utils, no ESMF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3832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shared/
(MPI parts)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AbstractCommSplitter
• CommGroupDescription
• SplitCommunicator, SimpleCommSplitter
• LoadBalance, Partition
• Shmem/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097280"/>
            <a:ext cx="33832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77639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esmf_utils/
comms/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77639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MAPL_Comms.F90 (MPI collectives)
• API.F90
• 14 × .H template headers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097280"/>
            <a:ext cx="33832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0" y="111556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profiler/
(absorbed)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600200"/>
            <a:ext cx="3383280" cy="466344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0" y="1645920"/>
            <a:ext cx="32461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Timing region infrastructure
• Memory reporting
• Tree-structured output (reporting/)
• Depends on MPI + pFlogger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55A11"/>
                </a:solidFill>
              </a:rPr>
              <a:t>DownBit.F90, ShaveMantissa.c → pfio/  (compression, not comms)   |   hinterp.F90 → infrastructure/geom/  (geometry, not comms)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0000"/>
                </a:solidFill>
              </a:rPr>
              <a:t>⚠  comms/ conditional: arraygather.H / arrayscatter.H currently use ESMF_Grid/ESMF_DistGrid — if that dep is not removed, comms/ moves to infrastructure/esmf/ instead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superstructure/ — Single Library, Two Subdirectories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Mirrors ESMF Superstructure; compiles into MAPL.superstructure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component/   (from current ./component/)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30352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</a:rPr>
              <a:t>• ComponentDriver — abstract base for all MAPL drivers
• GriddedComponentDriver — core ESMF GridComp wrapper
• GriddedComponentDriver/ submodules
• ComponentDriverPtrVector, ComponentDriverVector
• GriddedComponentDriverMap, GriddedComponentDriverVector
• MultiState — import + export + internal state aggregate
• (CouplerPhases moves to enums/)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1124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generic/   (remainder of generic3g/)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66928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• GenericGridComp, GenericCouplerComponent
• GenericGrid, InnerMetaComponent, OuterMetaComponent
• MethodPhasesMap, RunEntryPoint, EntryPointVector
• UserSetServices, RestartHandler
• ComponentSpecParser  (+ to_itemtype submodule)
• OpenMP_Support
• MAPL_Generic, Generic3g  (umbrella modules)
• MAPL3_Deprecated  (backward compat shim)
• ─── subdirectories ───────────────────────
• registry/   connection/
• specs/      (stays whole — registry dep.)
• transforms/ (incl. merged couplers/)
• (vertical/ → infrastructure/vertical/)
• (ESMF_Subset → infrastructure/esmf/)
• (FieldDictionary* → infrastructure/fields/)
• (Enum files → enums/)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superstructure/generic/transforms/ — Consolidating transforms + couplers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couplers/ (2 files) merged into transforms/ — dependency is strictly one-way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Surviving transforms (7 concrete + foundation)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00" cy="4572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Foundation:
    ExtensionTransform  (abstract base)
    TransformId, TransformVector
    ExtensionTransformUtils, NullTransform
  ─────────────────────────────────────
  Concrete:
    CopyTransform          ← TypekindAspect
    ConvertUnitsTransform  ← UnitsAspect
    RegridTransform        ← GeomAspect
    VerticalRegridTransform ← VerticalGridAspect
    ExtendTransform        ← GeomAspect / VerticalGridAspect
    TimeInterpolateTransform ← BracketClassAspect
    EvalTransform          ← ExpressionClassAspect
  ─────────────────────────────────────
  Merged from couplers/:
    GenericCoupler, CouplerMetaComponent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85216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0" y="11247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Deleted (do not include in restructuring)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81328"/>
            <a:ext cx="5852160" cy="228600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0" y="1536192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• AccumulatorTransform  (abstract)
  • MeanTransform, MaxTransform, MinTransform
  • AccumulatorTransformInterface
  • TimeAverageTransform
  •   → Replaced by StatisticsGridComp,
  •     which also supports checkpointing.
  •     No other transforms need checkpointing.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931920"/>
            <a:ext cx="5852160" cy="384048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0" y="39593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merge couplers/ into transforms/?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315968"/>
            <a:ext cx="5852160" cy="17373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0" y="4370832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  • couplers/ contains only 2 files
  • Both hold and execute ExtensionTransform objects
  • Dependency is strictly one-way: couplers → transforms
  • Merging eliminates a near-empty directory
  • CouplerPhases constants move to enums/ anyway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Suggested sequencing to keep the build green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14884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Layer 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91640"/>
            <a:ext cx="2148840" cy="48463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201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• Create enums/ directory
• Move enum-like files from esmf_utils/, generic3g/, component/, shared/
• Update all USE statements
• Build +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097280"/>
            <a:ext cx="21488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24328" y="11155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Layer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1691640"/>
            <a:ext cx="2148840" cy="48463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4328" y="1737360"/>
            <a:ext cx="201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• Create utils/ directory
• Absorb shared/, utilities/, profiler/, udunits2f, comms/
• Move DownBit/ShaveMantissa → pfio/
• Move hinterp.F90 → infrastructure/geom/ (placeholder)
• Build +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37176" y="1097280"/>
            <a:ext cx="2148840" cy="594360"/>
          </a:xfrm>
          <a:prstGeom prst="rect">
            <a:avLst/>
          </a:prstGeom>
          <a:solidFill>
            <a:srgbClr val="378644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28616" y="11155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Layer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37176" y="1691640"/>
            <a:ext cx="2148840" cy="48463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28616" y="1737360"/>
            <a:ext cx="201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• Create infrastructure/ with 4 subdirs
• Merge: field+field_bundle+state → fields/
• Merge: vertical_grid+vertical+generic3g/vertical/ → vertical/
• Merge: geom+GeomIO+regridder_mgr → geom/
• Absorb vm/, alarm/, hconfig*/, ESMF_Subset → esmf/
• FieldDictionary* → fields/
• Build +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1097280"/>
            <a:ext cx="2148840" cy="59436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32904" y="11155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Layer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1464" y="1691640"/>
            <a:ext cx="2148840" cy="48463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32904" y="1737360"/>
            <a:ext cx="201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• Create superstructure/ with component/ + generic/
• Move remaining generic3g/ → generic/
•   specs/ stays whole (registry dep.)
•   couplers/ merged into transforms/
•   Delete accumulator + TimeAverage transforms
• Rename MAPL_ESMF.F90; drop '3g' from names
• Build +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5752" y="1097280"/>
            <a:ext cx="2148840" cy="5943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37192" y="111556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5
Clean-up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45752" y="1691640"/>
            <a:ext cx="2148840" cy="48463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37192" y="1737360"/>
            <a:ext cx="201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</a:rPr>
              <a:t>• Remove base/, generic/, oomph/ (separate issue)
• Remove MAPL2 legacy umbrella
• Finalize MAPL umbrella target location
• Update docs &amp; CI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Deferred Decisions &amp; Open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Top-level MAPL umbrella 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047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152704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Currently in mapl3g/. Defer until restructuring complete.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59" y="11795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MAPL_ESMF.F90 rename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9047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7648" y="152704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Tentative. Module name mapl_ESMF. Revisit during Phase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760" y="29626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Validation.F90 future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7355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4048" y="331012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Currently a prototype. Framework needs much more validation logic.
May warrant its own directory eventually.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59" y="29626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infrastructure/ sub-library split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7355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7648" y="331012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Goal is one library. Split only if build/link issues arise in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0916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" y="47457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Fate of base/ contents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5663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4048" y="509320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Handled in separate issues. Decisions here may inform that 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709160"/>
            <a:ext cx="5669280" cy="34747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9359" y="47457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gridcomp renaming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056632"/>
            <a:ext cx="5669280" cy="13258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27648" y="509320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cap3g→cap/, History3G→history/, ExtData3G→extdata/, StatisticsGridComp→statistics/
Straightforward — do during Phase 4/5.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394960"/>
          </a:xfrm>
          <a:prstGeom prst="rect">
            <a:avLst/>
          </a:prstGeom>
          <a:solidFill>
            <a:srgbClr val="1F396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~25 libraries  →  8 core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2821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75103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DCE4"/>
                </a:solidFill>
              </a:rPr>
              <a:t>enums/  ·  constants/  ·  utils/  ·  mp_utils/  ·  pfio/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4269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DCE4"/>
                </a:solidFill>
              </a:rPr>
              <a:t>infrastructure/  ·  superstructure/  ·  gridcomps/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10281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57169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Mirrors ESMF infrastructure / superstructure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845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utils/ is MPI-free — supports 'MAPL-light'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mp_utils/ holds MPI-dependent utilities (comms, profiler)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3923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Every directory signals its layer and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6659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specs/ stays whole in superstructure/ (registry dependency)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9394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couplers/ (2 files) merged into transforms/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213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Accumulator transforms deleted — replaced by StatisticsGridComp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24865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DCE4"/>
                </a:solidFill>
              </a:rPr>
              <a:t>Drop all '3g' names on release  ·  pfio/ unchanged throughout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76011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22899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55A11"/>
                </a:solidFill>
              </a:rPr>
              <a:t>Tracked in GitHub Issue #4422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